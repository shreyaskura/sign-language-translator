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718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91440" cy="17373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188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Translator App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recognition, backend processing and database management for barrier-free communication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reduces the communication gap between sign language users and people who do not understand sign language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captures hand gestures, and computer vision with machine learning identifies the sign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recognized sign is converted into understandable text or speech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validates requests, performs translation and talks to the database; SQL, normalization, ACID transactions and indexing keep data reliable and fast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8016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billion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live with some degree of hearing loss (WHO)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28016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million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people use sign language as a first language (WFD)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8016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languages exist, each with its own grammar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hearing people know sign language, creating a daily communication gap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interpreters are costly and rarely available in hospitals, banks and offices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digital services are text-first and exclude many deaf users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hand gestures accurately from a live camera feed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recognized signs into readable text and speech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reliable backend for validation and translation requests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users, signs, translations and history in a well-designed database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is scalable to more signs, users and languages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that translates sign language into text and speech in real time.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9456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Recognition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and machine learning detect and classify hand gestures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19456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runs translation and manages user requests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21945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19456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stores users, signs, results and history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303520" cy="2576945"/>
          </a:xfrm>
          <a:prstGeom prst="rect">
            <a:avLst/>
          </a:prstGeom>
          <a:solidFill>
            <a:srgbClr val="0B1F3A"/>
          </a:solidFill>
          <a:ln w="19050">
            <a:solidFill>
              <a:srgbClr val="0E9F8E"/>
            </a:solidFill>
            <a:prstDash val="solid"/>
          </a:ln>
        </p:spPr>
      </p:sp>
      <p:pic>
        <p:nvPicPr>
          <p:cNvPr id="8" name="Image 0" descr="/mnt/user-data/uploads/179094764867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212080" cy="24855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023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app: sign-ai-web.onrender.com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137160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translator, ASL to English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21 hand keypoints live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detected sign with 98.6% confidence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output for every sign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sign-up needed, works in the browser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video feed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2194560"/>
            <a:ext cx="1828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2024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E9F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2024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keypoints per hand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2194560"/>
            <a:ext cx="1828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9184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Sign, match %, stability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2194560"/>
            <a:ext cx="1828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6344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E9F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logic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2194560"/>
            <a:ext cx="1828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3504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sync, analytics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23760" y="2194560"/>
            <a:ext cx="1828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0664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E9F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0664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speech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every request is validated by the backend, processed by the model and recorded in the database.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346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records hand movements as frames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28346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hand keypoints are extracted from each frame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8346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returns the sign with confidence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0" y="137160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8346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converts the sign to text or speech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98080" y="137160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8346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history saved in the database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Translation Demo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120640" cy="2528855"/>
          </a:xfrm>
          <a:prstGeom prst="rect">
            <a:avLst/>
          </a:prstGeom>
          <a:solidFill>
            <a:srgbClr val="0B1F3A"/>
          </a:solidFill>
          <a:ln w="19050">
            <a:solidFill>
              <a:srgbClr val="0E9F8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132588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Overlay draws hand keypoints on the camera feed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Translation shows sign, category, match % and stability 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Confidence bar updates live (98% for Thumbs Up)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Mirror, Front Cam, Speech, Debug, Library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Library cards: 3D Guide and Test Sign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covers Common, Daily Needs and Expressions signs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A450C6-F631-AC43-1502-40B93E8B0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5120640" cy="25288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8016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Recognition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Sign, match % and stability % shown live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28016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 Overlay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keypoints drawn on the camera feed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8016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Library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3D Guide and Test Sign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97180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Builder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signs into a sentence with speech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297180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History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confidence and DB sync status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971800"/>
            <a:ext cx="22860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Analytics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 for logged data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80160"/>
            <a:ext cx="77724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280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28016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camera access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1956816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56816"/>
            <a:ext cx="77724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9568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95681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and deep learning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263347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633472"/>
            <a:ext cx="77724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6334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26334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 for requests and translation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31012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10128"/>
            <a:ext cx="77724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3101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31012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relational database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3986784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986784"/>
            <a:ext cx="77724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867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98678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Render (sign-ai-web.onrender.com)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Builder and History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4937760" cy="2764818"/>
          </a:xfrm>
          <a:prstGeom prst="rect">
            <a:avLst/>
          </a:prstGeom>
          <a:solidFill>
            <a:srgbClr val="0B1F3A"/>
          </a:solidFill>
          <a:ln w="19050">
            <a:solidFill>
              <a:srgbClr val="0E9F8E"/>
            </a:solidFill>
            <a:prstDash val="solid"/>
          </a:ln>
        </p:spPr>
      </p:sp>
      <p:pic>
        <p:nvPicPr>
          <p:cNvPr id="8" name="Image 0" descr="/mnt/user-data/uploads/179094767302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4846320" cy="267337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0" y="13258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Builder joins recognized signs into a sentence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Speak, copy or clear the sentence; Add Space, Delete Last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 DB saves results to the database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table: time, sign, confidence and DB sync status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records logged in our test run, each with play and delete options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80160"/>
            <a:ext cx="16002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6596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28016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280160"/>
            <a:ext cx="16002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96596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sign_id (PK)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280160"/>
            <a:ext cx="16002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96596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translation_id (PK)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sign_id (FK)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output_text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128016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1280160"/>
            <a:ext cx="16002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96596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history_id (PK)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translation_id (FK)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viewed_at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relational schema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Concepts Applied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80160"/>
            <a:ext cx="36576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retrieve and manage records for users, signs and results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280160"/>
            <a:ext cx="36576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data redundancy and prevents update anomalies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017520"/>
            <a:ext cx="36576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consistent when several operations run together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017520"/>
            <a:ext cx="36576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frequently executed queries such as history lookup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80160"/>
            <a:ext cx="36576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students and teachers communicate in classrooms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280160"/>
            <a:ext cx="36576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explain symptoms without an interpreter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017520"/>
            <a:ext cx="36576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retail and help desks serve deaf customers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017520"/>
            <a:ext cx="365760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counters, transport and emergency help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Future Scope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and camera quality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between signers and regions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expressions carry meaning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large training data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8288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vocabulary and sentences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sign languages such as ISL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 and scalable services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and iOS apps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gesture recognition, backend processing and database management in one solution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deaf and hearing users a reliable, user-friendly way to communicate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live with 97-98% recognition confidence and 57 logged records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grow with more signs, users, languages and services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906</Words>
  <Application>Microsoft Office PowerPoint</Application>
  <PresentationFormat>On-screen Show (16:9)</PresentationFormat>
  <Paragraphs>181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Dropathi Vinyasri</cp:lastModifiedBy>
  <cp:revision>2</cp:revision>
  <dcterms:created xsi:type="dcterms:W3CDTF">2026-10-02T13:28:48Z</dcterms:created>
  <dcterms:modified xsi:type="dcterms:W3CDTF">2026-10-02T13:45:11Z</dcterms:modified>
</cp:coreProperties>
</file>